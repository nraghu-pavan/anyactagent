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AIOps Farm Findings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AI Transformation Story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🚨 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743200" cy="914400"/>
          </a:xfrm>
          <a:prstGeom prst="roundRect">
            <a:avLst/>
          </a:prstGeom>
          <a:solidFill>
            <a:srgbClr val="C8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Fragmented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371600"/>
            <a:ext cx="2743200" cy="914400"/>
          </a:xfrm>
          <a:prstGeom prst="roundRect">
            <a:avLst/>
          </a:prstGeom>
          <a:solidFill>
            <a:srgbClr val="C8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Manual Effort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2743200" cy="914400"/>
          </a:xfrm>
          <a:prstGeom prst="roundRect">
            <a:avLst/>
          </a:prstGeom>
          <a:solidFill>
            <a:srgbClr val="C8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Duplicate Issues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2743200"/>
            <a:ext cx="2743200" cy="914400"/>
          </a:xfrm>
          <a:prstGeom prst="roundRect">
            <a:avLst/>
          </a:prstGeom>
          <a:solidFill>
            <a:srgbClr val="C8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No Visibility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💡 The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743200" cy="914400"/>
          </a:xfrm>
          <a:prstGeom prst="roundRect">
            <a:avLst/>
          </a:prstGeom>
          <a:solidFill>
            <a:srgbClr val="3264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Semantic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371600"/>
            <a:ext cx="2743200" cy="914400"/>
          </a:xfrm>
          <a:prstGeom prst="roundRect">
            <a:avLst/>
          </a:prstGeom>
          <a:solidFill>
            <a:srgbClr val="3264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Unified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2743200" cy="914400"/>
          </a:xfrm>
          <a:prstGeom prst="roundRect">
            <a:avLst/>
          </a:prstGeom>
          <a:solidFill>
            <a:srgbClr val="3264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Smart Insights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2743200"/>
            <a:ext cx="2743200" cy="914400"/>
          </a:xfrm>
          <a:prstGeom prst="roundRect">
            <a:avLst/>
          </a:prstGeom>
          <a:solidFill>
            <a:srgbClr val="3264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Auto Prioritization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⚙️ Key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743200" cy="914400"/>
          </a:xfrm>
          <a:prstGeom prst="roundRect">
            <a:avLst/>
          </a:prstGeom>
          <a:solidFill>
            <a:srgbClr val="5096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Semantic Search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371600"/>
            <a:ext cx="2743200" cy="914400"/>
          </a:xfrm>
          <a:prstGeom prst="roundRect">
            <a:avLst/>
          </a:prstGeom>
          <a:solidFill>
            <a:srgbClr val="5096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Dual Retrieval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2743200" cy="914400"/>
          </a:xfrm>
          <a:prstGeom prst="roundRect">
            <a:avLst/>
          </a:prstGeom>
          <a:solidFill>
            <a:srgbClr val="5096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Pattern Detection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2743200"/>
            <a:ext cx="2743200" cy="914400"/>
          </a:xfrm>
          <a:prstGeom prst="roundRect">
            <a:avLst/>
          </a:prstGeom>
          <a:solidFill>
            <a:srgbClr val="5096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Closure Reuse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🏗️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743200" cy="914400"/>
          </a:xfrm>
          <a:prstGeom prst="roundRect">
            <a:avLst/>
          </a:prstGeom>
          <a:solidFill>
            <a:srgbClr val="785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 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371600"/>
            <a:ext cx="2743200" cy="914400"/>
          </a:xfrm>
          <a:prstGeom prst="roundRect">
            <a:avLst/>
          </a:prstGeom>
          <a:solidFill>
            <a:srgbClr val="785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Embeddings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2743200" cy="914400"/>
          </a:xfrm>
          <a:prstGeom prst="roundRect">
            <a:avLst/>
          </a:prstGeom>
          <a:solidFill>
            <a:srgbClr val="785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Vector DB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2743200"/>
            <a:ext cx="2743200" cy="914400"/>
          </a:xfrm>
          <a:prstGeom prst="roundRect">
            <a:avLst/>
          </a:prstGeom>
          <a:solidFill>
            <a:srgbClr val="785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ROI 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743200" cy="914400"/>
          </a:xfrm>
          <a:prstGeom prst="roundRect">
            <a:avLst/>
          </a:prstGeom>
          <a:solidFill>
            <a:srgbClr val="C896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↓ MTTR 40%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371600"/>
            <a:ext cx="2743200" cy="914400"/>
          </a:xfrm>
          <a:prstGeom prst="roundRect">
            <a:avLst/>
          </a:prstGeom>
          <a:solidFill>
            <a:srgbClr val="C896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↓ Effort 30%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2743200" cy="914400"/>
          </a:xfrm>
          <a:prstGeom prst="roundRect">
            <a:avLst/>
          </a:prstGeom>
          <a:solidFill>
            <a:srgbClr val="C896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↑ Productivity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2743200"/>
            <a:ext cx="2743200" cy="914400"/>
          </a:xfrm>
          <a:prstGeom prst="roundRect">
            <a:avLst/>
          </a:prstGeom>
          <a:solidFill>
            <a:srgbClr val="C896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↑ Cost Savings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