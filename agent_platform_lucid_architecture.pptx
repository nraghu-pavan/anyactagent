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82880"/>
            <a:ext cx="914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0" y="640080"/>
            <a:ext cx="146304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User Browser
Chrome /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371600"/>
            <a:ext cx="23774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Browser Extension
Goal UI • Agent Marketplace • Scheduler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3774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Client Security Layer
Domain Whitelisting
Sensitive Data Masking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2377440"/>
            <a:ext cx="23774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Local Browser Controller
puppeteer-core
DOM extraction •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3383280"/>
            <a:ext cx="146304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API Gateway
Auth • Rate Limit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4114800"/>
            <a:ext cx="310896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Agent Platform
FastAPI (ECS Fargate)
Planner • Orchestrator • Registry • Scheduling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41148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Data Layer
DynamoDB • Redis • OpenSearch Vector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926080"/>
            <a:ext cx="22860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LLM Providers
OpenAI • Claude • Internal 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5303520"/>
            <a:ext cx="219456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EventBridge Scheduler
Schedule Trigger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6217920"/>
            <a:ext cx="18288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Internal Worker Gateway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694944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Internal GKP Cluster
Agent Execution Workers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8138160"/>
            <a:ext cx="21945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Enterprise Systems
Internal Apps • APIs • Databases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.0" y="548640"/>
            <a:ext cx="0.0" cy="9144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.0" y="1188720"/>
            <a:ext cx="0.0" cy="18288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.0" y="2103120"/>
            <a:ext cx="0.0" cy="27432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.0" y="3108960"/>
            <a:ext cx="0.0" cy="27432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.0" y="3931920"/>
            <a:ext cx="0.0" cy="18288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.0" y="5029200"/>
            <a:ext cx="0.0" cy="27432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.0" y="5943600"/>
            <a:ext cx="0.0" cy="27432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.0" y="6766560"/>
            <a:ext cx="0.0" cy="18288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.0" y="7863840"/>
            <a:ext cx="0.0" cy="27432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34640" y="1737360.0"/>
            <a:ext cx="5486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26480" y="4572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572000.0" y="3749040"/>
            <a:ext cx="3154680.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