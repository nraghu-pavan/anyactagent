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AIOps Farm Findings Virtual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platform to transform operational findings into actionable insights</a:t>
            </a:r>
          </a:p>
          <a:p/>
          <a:p>
            <a:r>
              <a:t>Enables faster triage, prioritization, and remediation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findings across tools</a:t>
            </a:r>
          </a:p>
          <a:p>
            <a:r>
              <a:t>Manual analysis and slow triage</a:t>
            </a:r>
          </a:p>
          <a:p>
            <a:r>
              <a:t>Duplicate issues and inconsistent closure</a:t>
            </a:r>
          </a:p>
          <a:p>
            <a:r>
              <a:t>Limited visibility into priorities and ownership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AI-powered assistant</a:t>
            </a:r>
          </a:p>
          <a:p>
            <a:r>
              <a:t>Unified findings ingestion</a:t>
            </a:r>
          </a:p>
          <a:p>
            <a:r>
              <a:t>Intelligent retrieval and analysis</a:t>
            </a:r>
          </a:p>
          <a:p>
            <a:r>
              <a:t>Governance-driven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search (natural language)</a:t>
            </a:r>
          </a:p>
          <a:p>
            <a:r>
              <a:t>Dual retrieval (vector + fallback)</a:t>
            </a:r>
          </a:p>
          <a:p>
            <a:r>
              <a:t>Confidence-based insights</a:t>
            </a:r>
          </a:p>
          <a:p>
            <a:r>
              <a:t>Smart grouping and pattern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Closure reuse recommendations</a:t>
            </a:r>
          </a:p>
          <a:p>
            <a:r>
              <a:t>Governance dashboards</a:t>
            </a:r>
          </a:p>
          <a:p>
            <a:r>
              <a:t>Owner tracking and collaboration</a:t>
            </a:r>
          </a:p>
          <a:p>
            <a:r>
              <a:t>Offline fallback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Confluence, Logs, Monitoring</a:t>
            </a:r>
          </a:p>
          <a:p>
            <a:r>
              <a:t>Processing: Embeddings + Indexing</a:t>
            </a:r>
          </a:p>
          <a:p>
            <a:r>
              <a:t>Retrieval: Vector DB + Fallback</a:t>
            </a:r>
          </a:p>
          <a:p>
            <a:r>
              <a:t>AI Layer: Insight &amp; Recommendation Engine</a:t>
            </a:r>
          </a:p>
          <a:p>
            <a:r>
              <a:t>UI: Assistant Interface &amp;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MTTR</a:t>
            </a:r>
          </a:p>
          <a:p>
            <a:r>
              <a:t>Improved operational efficiency</a:t>
            </a:r>
          </a:p>
          <a:p>
            <a:r>
              <a:t>Better prioritization</a:t>
            </a:r>
          </a:p>
          <a:p>
            <a:r>
              <a:t>Reusable knowledge base</a:t>
            </a:r>
          </a:p>
          <a:p>
            <a:r>
              <a:t>Enhanced visibility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decision making</a:t>
            </a:r>
          </a:p>
          <a:p>
            <a:r>
              <a:t>Operational transparency</a:t>
            </a:r>
          </a:p>
          <a:p>
            <a:r>
              <a:t>Standardized remediation</a:t>
            </a:r>
          </a:p>
          <a:p>
            <a:r>
              <a:t>Scalable across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Core search &amp; insights</a:t>
            </a:r>
          </a:p>
          <a:p>
            <a:r>
              <a:t>Phase 2: Automation &amp; recommendations</a:t>
            </a:r>
          </a:p>
          <a:p>
            <a:r>
              <a:t>Phase 3: Predictive AIOps</a:t>
            </a:r>
          </a:p>
          <a:p>
            <a:r>
              <a:t>Phase 4: Self-healing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with key applications</a:t>
            </a:r>
          </a:p>
          <a:p>
            <a:r>
              <a:t>Integrate data sources</a:t>
            </a:r>
          </a:p>
          <a:p>
            <a:r>
              <a:t>Measure impact (MTTR, closure rate)</a:t>
            </a:r>
          </a:p>
          <a:p>
            <a:r>
              <a:t>Scale organization-wide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