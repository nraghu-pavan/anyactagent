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457200"/>
            <a:ext cx="27432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Browser Controller
(puppeteer-core)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237744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Tab Manager
• open_tab()
• switch_tab()
• close_tab()
• tab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828800"/>
            <a:ext cx="237744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Navigation Engine
• navigate(url)
• click()
• scroll()
• pagination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828800"/>
            <a:ext cx="237744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Extraction Engine
• DOM parsing
• structured data extraction
• table scraping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474720"/>
            <a:ext cx="237744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Action Executor
• open tab
• click
• type
• extract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474720"/>
            <a:ext cx="237744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Agent State Store
• goal
• action history
• open tabs
• extracted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5120640"/>
            <a:ext cx="237744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/>
              <a:t>Safety Controls
max_steps = 30
max_tabs = 5
max_runtime = 120s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828800.0" y="1188720"/>
            <a:ext cx="2743200.0" cy="64008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.0" y="1188720"/>
            <a:ext cx="0.0" cy="64008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.0" y="1188720"/>
            <a:ext cx="2743200.0" cy="64008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.0" y="2926080"/>
            <a:ext cx="1371600.0" cy="54864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200400.0" y="2926080"/>
            <a:ext cx="1371600.0" cy="54864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200400.0" y="2926080"/>
            <a:ext cx="4114800.0" cy="54864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200400.0" y="3474720"/>
            <a:ext cx="2743200.0" cy="109728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572000.0" y="4572000"/>
            <a:ext cx="1371600.0" cy="54864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